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2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28600" y="167760"/>
            <a:ext cx="3256200" cy="156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A7BD1092-65DB-4DCF-BF38-6D8356293A45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63720" y="3934080"/>
            <a:ext cx="4359600" cy="104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C691C245-973F-48A7-86D8-60B4BFED6D8A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8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28600" y="3194640"/>
            <a:ext cx="3873960" cy="173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4587480" y="33886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4587480" y="25732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4587480" y="37962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4587480" y="42037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title"/>
          </p:nvPr>
        </p:nvSpPr>
        <p:spPr>
          <a:xfrm>
            <a:off x="4587480" y="21661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title"/>
          </p:nvPr>
        </p:nvSpPr>
        <p:spPr>
          <a:xfrm>
            <a:off x="4587480" y="29808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8"/>
          <p:cNvSpPr>
            <a:spLocks noGrp="1"/>
          </p:cNvSpPr>
          <p:nvPr>
            <p:ph type="title"/>
          </p:nvPr>
        </p:nvSpPr>
        <p:spPr>
          <a:xfrm>
            <a:off x="4587480" y="46112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title"/>
          </p:nvPr>
        </p:nvSpPr>
        <p:spPr>
          <a:xfrm>
            <a:off x="4587480" y="17586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0"/>
          <p:cNvSpPr>
            <a:spLocks noGrp="1"/>
          </p:cNvSpPr>
          <p:nvPr>
            <p:ph type="sldNum" idx="3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5453C713-A31E-4D3E-9B66-2B5801677B62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28600" y="4362120"/>
            <a:ext cx="76006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sldNum" idx="4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D8B3A132-B735-4499-AD1B-EBAFFA67BDAA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28600" y="209520"/>
            <a:ext cx="76006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sldNum" idx="5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C9CBE809-082B-48C5-B7B2-948F4E9390E4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9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343320" y="3076200"/>
            <a:ext cx="3400200" cy="185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sldNum" idx="6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DCE4A52E-EE65-4374-89F3-DBABA7671FA8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28600" y="210240"/>
            <a:ext cx="4539960" cy="109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43080" y="2571840"/>
            <a:ext cx="3141720" cy="22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3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sldNum" idx="7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4FEEFC50-D3FA-4980-8B89-EE62118932E3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201360" y="3379680"/>
            <a:ext cx="2731320" cy="156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228600" y="119556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title"/>
          </p:nvPr>
        </p:nvSpPr>
        <p:spPr>
          <a:xfrm>
            <a:off x="228600" y="210240"/>
            <a:ext cx="677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228600" y="218088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8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DD39E3B8-BB45-43C5-B614-7C01889D3542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2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28600" y="210240"/>
            <a:ext cx="3256200" cy="156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sldNum" idx="9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1B628753-BD17-4F65-8069-88F87934583C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80016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sldNum" idx="10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656B7631-00BD-41AC-A0B9-E09B3CB78274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Google Shape;111;p20"/>
          <p:cNvSpPr/>
          <p:nvPr/>
        </p:nvSpPr>
        <p:spPr>
          <a:xfrm>
            <a:off x="5655600" y="3925440"/>
            <a:ext cx="324648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just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Spline Sans"/>
                <a:ea typeface="Spline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  <a:hlinkClick r:id="rId3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801880" y="3453120"/>
            <a:ext cx="6113160" cy="151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228600" y="190080"/>
            <a:ext cx="1651680" cy="91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11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BCC97895-C8BB-4C19-8855-315391D2D966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12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5150DB4F-25D9-4848-9B0F-ED758B11CF73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9" name="Google Shape;114;p21"/>
          <p:cNvGrpSpPr/>
          <p:nvPr/>
        </p:nvGrpSpPr>
        <p:grpSpPr>
          <a:xfrm>
            <a:off x="228600" y="228600"/>
            <a:ext cx="8686800" cy="4686120"/>
            <a:chOff x="228600" y="228600"/>
            <a:chExt cx="8686800" cy="4686120"/>
          </a:xfrm>
        </p:grpSpPr>
        <p:cxnSp>
          <p:nvCxnSpPr>
            <p:cNvPr id="40" name="Google Shape;115;p21"/>
            <p:cNvCxnSpPr/>
            <p:nvPr/>
          </p:nvCxnSpPr>
          <p:spPr>
            <a:xfrm>
              <a:off x="1321920" y="4248720"/>
              <a:ext cx="360" cy="666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41" name="Google Shape;116;p21"/>
            <p:cNvCxnSpPr/>
            <p:nvPr/>
          </p:nvCxnSpPr>
          <p:spPr>
            <a:xfrm>
              <a:off x="1321920" y="402012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42" name="Google Shape;117;p21"/>
            <p:cNvCxnSpPr/>
            <p:nvPr/>
          </p:nvCxnSpPr>
          <p:spPr>
            <a:xfrm flipH="1">
              <a:off x="1196640" y="413460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43" name="Google Shape;118;p21"/>
            <p:cNvCxnSpPr/>
            <p:nvPr/>
          </p:nvCxnSpPr>
          <p:spPr>
            <a:xfrm flipH="1">
              <a:off x="1321920" y="228600"/>
              <a:ext cx="1440" cy="37918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44" name="Google Shape;119;p21"/>
            <p:cNvCxnSpPr/>
            <p:nvPr/>
          </p:nvCxnSpPr>
          <p:spPr>
            <a:xfrm flipH="1">
              <a:off x="1425240" y="4134600"/>
              <a:ext cx="74905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45" name="Google Shape;120;p21"/>
            <p:cNvCxnSpPr/>
            <p:nvPr/>
          </p:nvCxnSpPr>
          <p:spPr>
            <a:xfrm flipH="1">
              <a:off x="228600" y="4134600"/>
              <a:ext cx="968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Num" idx="13"/>
          </p:nvPr>
        </p:nvSpPr>
        <p:spPr>
          <a:xfrm>
            <a:off x="1314360" y="17856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21C8AD7C-932D-4133-A945-9E15C72920C0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7" name="Google Shape;123;p22"/>
          <p:cNvGrpSpPr/>
          <p:nvPr/>
        </p:nvGrpSpPr>
        <p:grpSpPr>
          <a:xfrm>
            <a:off x="228240" y="228240"/>
            <a:ext cx="8687160" cy="4686480"/>
            <a:chOff x="228240" y="228240"/>
            <a:chExt cx="8687160" cy="4686480"/>
          </a:xfrm>
        </p:grpSpPr>
        <p:cxnSp>
          <p:nvCxnSpPr>
            <p:cNvPr id="48" name="Google Shape;124;p22"/>
            <p:cNvCxnSpPr/>
            <p:nvPr/>
          </p:nvCxnSpPr>
          <p:spPr>
            <a:xfrm flipV="1">
              <a:off x="2404800" y="228240"/>
              <a:ext cx="360" cy="666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49" name="Google Shape;125;p22"/>
            <p:cNvCxnSpPr/>
            <p:nvPr/>
          </p:nvCxnSpPr>
          <p:spPr>
            <a:xfrm flipV="1">
              <a:off x="2404800" y="89424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50" name="Google Shape;126;p22"/>
            <p:cNvCxnSpPr/>
            <p:nvPr/>
          </p:nvCxnSpPr>
          <p:spPr>
            <a:xfrm flipH="1">
              <a:off x="2279520" y="10087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51" name="Google Shape;127;p22"/>
            <p:cNvCxnSpPr/>
            <p:nvPr/>
          </p:nvCxnSpPr>
          <p:spPr>
            <a:xfrm flipH="1" flipV="1">
              <a:off x="2404800" y="1123200"/>
              <a:ext cx="1440" cy="37918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52" name="Google Shape;128;p22"/>
            <p:cNvCxnSpPr/>
            <p:nvPr/>
          </p:nvCxnSpPr>
          <p:spPr>
            <a:xfrm flipH="1">
              <a:off x="2507760" y="1008720"/>
              <a:ext cx="64080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53" name="Google Shape;129;p22"/>
            <p:cNvCxnSpPr/>
            <p:nvPr/>
          </p:nvCxnSpPr>
          <p:spPr>
            <a:xfrm flipH="1">
              <a:off x="228240" y="1008720"/>
              <a:ext cx="20516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28600" y="210240"/>
            <a:ext cx="76006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228600" y="149868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sldNum" idx="14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1E1F3E5B-9382-4B40-B807-55D00D91BC53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28600" y="210240"/>
            <a:ext cx="3116520" cy="115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sldNum" idx="15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F31AFDE0-029B-41E4-8520-E24A9CF85118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28600" y="209520"/>
            <a:ext cx="76006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sldNum" idx="16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2DD37590-2619-454F-B05F-E8C904BE038C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28600" y="210240"/>
            <a:ext cx="2169720" cy="1582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sldNum" idx="17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6E6340BD-4BBA-43B4-BF78-2EAD3EFB6AF0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sldNum" idx="18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CE183B3E-4633-4079-A750-58570DD4D500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28600" y="3727440"/>
            <a:ext cx="4343040" cy="118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6" name="PlaceHolder 2"/>
          <p:cNvSpPr>
            <a:spLocks noGrp="1"/>
          </p:cNvSpPr>
          <p:nvPr>
            <p:ph type="sldNum" idx="19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8E803469-5473-4CB6-B9A4-51B127DAF676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325620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sldNum" idx="20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FF030B59-0E15-4514-9A49-E923B530BB5C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35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138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4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145;p27"/>
          <p:cNvGrpSpPr/>
          <p:nvPr/>
        </p:nvGrpSpPr>
        <p:grpSpPr>
          <a:xfrm>
            <a:off x="212760" y="236520"/>
            <a:ext cx="8692920" cy="4674600"/>
            <a:chOff x="212760" y="236520"/>
            <a:chExt cx="8692920" cy="4674600"/>
          </a:xfrm>
        </p:grpSpPr>
        <p:cxnSp>
          <p:nvCxnSpPr>
            <p:cNvPr id="76" name="Google Shape;146;p27"/>
            <p:cNvCxnSpPr/>
            <p:nvPr/>
          </p:nvCxnSpPr>
          <p:spPr>
            <a:xfrm>
              <a:off x="4568040" y="2685960"/>
              <a:ext cx="360" cy="222552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77" name="Google Shape;147;p27"/>
            <p:cNvCxnSpPr/>
            <p:nvPr/>
          </p:nvCxnSpPr>
          <p:spPr>
            <a:xfrm>
              <a:off x="4568040" y="245736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78" name="Google Shape;148;p27"/>
            <p:cNvCxnSpPr/>
            <p:nvPr/>
          </p:nvCxnSpPr>
          <p:spPr>
            <a:xfrm>
              <a:off x="4464720" y="257148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79" name="Google Shape;149;p27"/>
            <p:cNvCxnSpPr/>
            <p:nvPr/>
          </p:nvCxnSpPr>
          <p:spPr>
            <a:xfrm>
              <a:off x="4568040" y="236520"/>
              <a:ext cx="360" cy="22212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80" name="Google Shape;150;p27"/>
            <p:cNvCxnSpPr/>
            <p:nvPr/>
          </p:nvCxnSpPr>
          <p:spPr>
            <a:xfrm>
              <a:off x="212760" y="2571480"/>
              <a:ext cx="42523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81" name="Google Shape;151;p27"/>
            <p:cNvCxnSpPr/>
            <p:nvPr/>
          </p:nvCxnSpPr>
          <p:spPr>
            <a:xfrm>
              <a:off x="4693320" y="2571480"/>
              <a:ext cx="4212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28600" y="171360"/>
            <a:ext cx="3257280" cy="156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Courier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Project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6743880" y="4143240"/>
            <a:ext cx="2171520" cy="77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Website Development Internship Overview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21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B41D7A8C-E203-4C22-AB83-AEAB63BAD720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Google Shape;155;p27"/>
          <p:cNvSpPr/>
          <p:nvPr/>
        </p:nvSpPr>
        <p:spPr>
          <a:xfrm>
            <a:off x="343080" y="4657680"/>
            <a:ext cx="1085400" cy="15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vision &amp; strategy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278;p33"/>
          <p:cNvGrpSpPr/>
          <p:nvPr/>
        </p:nvGrpSpPr>
        <p:grpSpPr>
          <a:xfrm>
            <a:off x="228600" y="225000"/>
            <a:ext cx="8686800" cy="4689720"/>
            <a:chOff x="228600" y="225000"/>
            <a:chExt cx="8686800" cy="4689720"/>
          </a:xfrm>
        </p:grpSpPr>
        <p:cxnSp>
          <p:nvCxnSpPr>
            <p:cNvPr id="87" name="Google Shape;279;p33"/>
            <p:cNvCxnSpPr/>
            <p:nvPr/>
          </p:nvCxnSpPr>
          <p:spPr>
            <a:xfrm>
              <a:off x="4024080" y="1901880"/>
              <a:ext cx="360" cy="30132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88" name="Google Shape;280;p33"/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89" name="Google Shape;281;p33"/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90" name="Google Shape;282;p33"/>
            <p:cNvCxnSpPr/>
            <p:nvPr/>
          </p:nvCxnSpPr>
          <p:spPr>
            <a:xfrm>
              <a:off x="4023000" y="225000"/>
              <a:ext cx="1440" cy="144864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91" name="Google Shape;283;p33"/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92" name="Google Shape;284;p33"/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228600" y="209520"/>
            <a:ext cx="45432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Introduction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0" y="3009960"/>
            <a:ext cx="429552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This presentation outlines the key aspects of a full stack development internship focused on creating a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courier service website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. It highlights the projects goals, development process, and the technologies applied to deliver a functional and user-friendly platform designed to optimize courier operations and enhance customer experience.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95" name="Google Shape;287;p33"/>
          <p:cNvPicPr/>
          <p:nvPr/>
        </p:nvPicPr>
        <p:blipFill>
          <a:blip r:embed="rId2"/>
          <a:srcRect t="3175" r="6690"/>
          <a:stretch/>
        </p:blipFill>
        <p:spPr>
          <a:xfrm>
            <a:off x="343080" y="2571840"/>
            <a:ext cx="3142080" cy="22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PlaceHolder 3"/>
          <p:cNvSpPr>
            <a:spLocks noGrp="1"/>
          </p:cNvSpPr>
          <p:nvPr>
            <p:ph type="sldNum" idx="22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843851FF-B5A6-4EEB-9D01-8A196601BF6C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2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108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09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10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11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12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13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Internship Context and Objectives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ubTitle"/>
          </p:nvPr>
        </p:nvSpPr>
        <p:spPr>
          <a:xfrm>
            <a:off x="228600" y="209520"/>
            <a:ext cx="542880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The internship aimed to provide hands-on experience in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full stack development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by building a real-world application. The main objectives were to apply web development skills, understand user requirements, and deliver a functional product that meets business needs. Emphasis was placed on mastering both frontend and backend technologies.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24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8EFB2982-EB2F-446D-A657-3877106FDDDD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3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278;p33"/>
          <p:cNvGrpSpPr/>
          <p:nvPr/>
        </p:nvGrpSpPr>
        <p:grpSpPr>
          <a:xfrm>
            <a:off x="228600" y="225000"/>
            <a:ext cx="8686800" cy="4689720"/>
            <a:chOff x="228600" y="225000"/>
            <a:chExt cx="8686800" cy="4689720"/>
          </a:xfrm>
        </p:grpSpPr>
        <p:cxnSp>
          <p:nvCxnSpPr>
            <p:cNvPr id="118" name="Google Shape;279;p33"/>
            <p:cNvCxnSpPr/>
            <p:nvPr/>
          </p:nvCxnSpPr>
          <p:spPr>
            <a:xfrm>
              <a:off x="4024080" y="1901880"/>
              <a:ext cx="360" cy="30132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19" name="Google Shape;280;p33"/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20" name="Google Shape;281;p33"/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21" name="Google Shape;282;p33"/>
            <p:cNvCxnSpPr/>
            <p:nvPr/>
          </p:nvCxnSpPr>
          <p:spPr>
            <a:xfrm>
              <a:off x="4023000" y="225000"/>
              <a:ext cx="1440" cy="144864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22" name="Google Shape;283;p33"/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23" name="Google Shape;284;p33"/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228600" y="209520"/>
            <a:ext cx="45432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Courier Service Website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Purpose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ubTitle"/>
          </p:nvPr>
        </p:nvSpPr>
        <p:spPr>
          <a:xfrm>
            <a:off x="4572000" y="3009960"/>
            <a:ext cx="429552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The website was designed to streamline courier service operations by enabling users to easily schedule pickups, track shipments, and access service information. It ensures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efficient communication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between customers and the courier company, improving service reliability and customer satisfaction through an intuitive and responsive online platform.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26" name="Google Shape;287;p33"/>
          <p:cNvPicPr/>
          <p:nvPr/>
        </p:nvPicPr>
        <p:blipFill>
          <a:blip r:embed="rId2"/>
          <a:srcRect t="3175" r="6690"/>
          <a:stretch/>
        </p:blipFill>
        <p:spPr>
          <a:xfrm>
            <a:off x="343080" y="2571840"/>
            <a:ext cx="3142080" cy="22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3"/>
          <p:cNvSpPr>
            <a:spLocks noGrp="1"/>
          </p:cNvSpPr>
          <p:nvPr>
            <p:ph type="sldNum" idx="25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BBC5C059-AA9A-4D83-8605-D4FCFAEC146E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4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129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30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31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32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33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34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Core Technologies Used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ubTitle"/>
          </p:nvPr>
        </p:nvSpPr>
        <p:spPr>
          <a:xfrm>
            <a:off x="563137" y="150047"/>
            <a:ext cx="542880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The project utilized a robust tech stack including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HTML, CSS, and JavaScript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for frontend development, ensuring an interactive user interface. On the backend python, Djang</a:t>
            </a:r>
            <a:r>
              <a:rPr lang="en-US" sz="1200" dirty="0">
                <a:solidFill>
                  <a:schemeClr val="dk1"/>
                </a:solidFill>
                <a:latin typeface="Spline Sans"/>
                <a:ea typeface="Spline Sans"/>
              </a:rPr>
              <a:t>o.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26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B225B851-F68E-4D06-BF99-12F9B2696326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5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139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40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41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42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43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44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Development Process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ubTitle"/>
          </p:nvPr>
        </p:nvSpPr>
        <p:spPr>
          <a:xfrm>
            <a:off x="228600" y="209520"/>
            <a:ext cx="5428800" cy="2581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buNone/>
            </a:pPr>
            <a:endParaRPr lang="en-US" sz="1200" b="0" u="none" strike="noStrike" dirty="0">
              <a:solidFill>
                <a:schemeClr val="dk1"/>
              </a:solidFill>
              <a:effectLst/>
              <a:uFillTx/>
              <a:latin typeface="Spline Sans"/>
              <a:ea typeface="Spline Sans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27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E766C17D-959F-41CC-96FB-2DD145066B78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6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149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50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51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52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53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54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Frontend Design and Features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ubTitle"/>
          </p:nvPr>
        </p:nvSpPr>
        <p:spPr>
          <a:xfrm>
            <a:off x="228600" y="209520"/>
            <a:ext cx="542880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The frontend was designed to prioritize user experience with a clean, responsive layout compatible with various devices. Features include easy navigation, shipment tracking interfaces, and order scheduling forms. Emphasis was placed on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intuitive controls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and fast loading times to enhance customer engagement and accessibility.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28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E2AB98D1-B432-46B7-8B53-E89BE8B92B76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7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202;p29"/>
          <p:cNvGrpSpPr/>
          <p:nvPr/>
        </p:nvGrpSpPr>
        <p:grpSpPr>
          <a:xfrm>
            <a:off x="228600" y="228240"/>
            <a:ext cx="8686440" cy="4686480"/>
            <a:chOff x="228600" y="228240"/>
            <a:chExt cx="8686440" cy="4686480"/>
          </a:xfrm>
        </p:grpSpPr>
        <p:cxnSp>
          <p:nvCxnSpPr>
            <p:cNvPr id="159" name="Google Shape;203;p29"/>
            <p:cNvCxnSpPr/>
            <p:nvPr/>
          </p:nvCxnSpPr>
          <p:spPr>
            <a:xfrm>
              <a:off x="7280280" y="3466800"/>
              <a:ext cx="360" cy="14482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60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61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62" name="Google Shape;206;p29"/>
            <p:cNvCxnSpPr/>
            <p:nvPr/>
          </p:nvCxnSpPr>
          <p:spPr>
            <a:xfrm>
              <a:off x="7279200" y="228240"/>
              <a:ext cx="1440" cy="30099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63" name="Google Shape;207;p29"/>
            <p:cNvCxnSpPr/>
            <p:nvPr/>
          </p:nvCxnSpPr>
          <p:spPr>
            <a:xfrm>
              <a:off x="228600" y="3352320"/>
              <a:ext cx="6948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64" name="Google Shape;208;p29"/>
            <p:cNvCxnSpPr/>
            <p:nvPr/>
          </p:nvCxnSpPr>
          <p:spPr>
            <a:xfrm>
              <a:off x="7405560" y="3352320"/>
              <a:ext cx="15098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3343320" y="3076560"/>
            <a:ext cx="3400200" cy="185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Backend Functionality and Database Integration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subTitle"/>
          </p:nvPr>
        </p:nvSpPr>
        <p:spPr>
          <a:xfrm>
            <a:off x="228600" y="209520"/>
            <a:ext cx="542880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The backend supports essential operations like order processing, shipment tracking, and user authentication. It integrates with the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MongoDB database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to ensure real-time data management. Efficient API endpoints facilitate seamless communication between frontend and backend, delivering smooth and reliable service functionality.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29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5CAA804F-AB15-4808-B5B8-5CFED6B158FC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8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278;p33"/>
          <p:cNvGrpSpPr/>
          <p:nvPr/>
        </p:nvGrpSpPr>
        <p:grpSpPr>
          <a:xfrm>
            <a:off x="228600" y="225000"/>
            <a:ext cx="8686800" cy="4689720"/>
            <a:chOff x="228600" y="225000"/>
            <a:chExt cx="8686800" cy="4689720"/>
          </a:xfrm>
        </p:grpSpPr>
        <p:cxnSp>
          <p:nvCxnSpPr>
            <p:cNvPr id="169" name="Google Shape;279;p33"/>
            <p:cNvCxnSpPr/>
            <p:nvPr/>
          </p:nvCxnSpPr>
          <p:spPr>
            <a:xfrm>
              <a:off x="4024080" y="1901880"/>
              <a:ext cx="360" cy="30132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0" name="Google Shape;280;p33"/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71" name="Google Shape;281;p33"/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72" name="Google Shape;282;p33"/>
            <p:cNvCxnSpPr/>
            <p:nvPr/>
          </p:nvCxnSpPr>
          <p:spPr>
            <a:xfrm>
              <a:off x="4023000" y="225000"/>
              <a:ext cx="1440" cy="144864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3" name="Google Shape;283;p33"/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4" name="Google Shape;284;p33"/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228600" y="209520"/>
            <a:ext cx="45432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Testing and Deployment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Strategies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ubTitle"/>
          </p:nvPr>
        </p:nvSpPr>
        <p:spPr>
          <a:xfrm>
            <a:off x="4572000" y="3009960"/>
            <a:ext cx="429552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Comprehensive testing was conducted using both manual and automated methods to identify and resolve bugs. Performance and security were key focus areas. Deployment was executed on a cloud platform offering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scalability and reliability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ensuring continuous website availability and optimal user experience post-launch.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77" name="Google Shape;287;p33"/>
          <p:cNvPicPr/>
          <p:nvPr/>
        </p:nvPicPr>
        <p:blipFill>
          <a:blip r:embed="rId2"/>
          <a:srcRect t="3175" r="6690"/>
          <a:stretch/>
        </p:blipFill>
        <p:spPr>
          <a:xfrm>
            <a:off x="343080" y="2571840"/>
            <a:ext cx="3142080" cy="22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PlaceHolder 3"/>
          <p:cNvSpPr>
            <a:spLocks noGrp="1"/>
          </p:cNvSpPr>
          <p:nvPr>
            <p:ph type="sldNum" idx="30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9BA9F57F-1609-431C-8FAD-7D2544BB58C7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9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278;p33"/>
          <p:cNvGrpSpPr/>
          <p:nvPr/>
        </p:nvGrpSpPr>
        <p:grpSpPr>
          <a:xfrm>
            <a:off x="228600" y="225000"/>
            <a:ext cx="8686800" cy="4689720"/>
            <a:chOff x="228600" y="225000"/>
            <a:chExt cx="8686800" cy="4689720"/>
          </a:xfrm>
        </p:grpSpPr>
        <p:cxnSp>
          <p:nvCxnSpPr>
            <p:cNvPr id="180" name="Google Shape;279;p33"/>
            <p:cNvCxnSpPr/>
            <p:nvPr/>
          </p:nvCxnSpPr>
          <p:spPr>
            <a:xfrm>
              <a:off x="4024080" y="1901880"/>
              <a:ext cx="360" cy="30132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81" name="Google Shape;280;p33"/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82" name="Google Shape;281;p33"/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83" name="Google Shape;282;p33"/>
            <p:cNvCxnSpPr/>
            <p:nvPr/>
          </p:nvCxnSpPr>
          <p:spPr>
            <a:xfrm>
              <a:off x="4023000" y="225000"/>
              <a:ext cx="1440" cy="144864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84" name="Google Shape;283;p33"/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85" name="Google Shape;284;p33"/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228600" y="209520"/>
            <a:ext cx="45432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Conclusions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subTitle"/>
          </p:nvPr>
        </p:nvSpPr>
        <p:spPr>
          <a:xfrm>
            <a:off x="4572000" y="3009960"/>
            <a:ext cx="429552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The internship project successfully developed a fully functional courier service website applying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full stack development principles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. The experience enhanced technical skills and practical understanding of end-to-end web application development. The final product offers a scalable, user-friendly solution that can support business growth and improve service delivery efficiency.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8" name="Google Shape;287;p33"/>
          <p:cNvPicPr/>
          <p:nvPr/>
        </p:nvPicPr>
        <p:blipFill>
          <a:blip r:embed="rId2"/>
          <a:srcRect t="3175" r="6690"/>
          <a:stretch/>
        </p:blipFill>
        <p:spPr>
          <a:xfrm>
            <a:off x="343080" y="2571840"/>
            <a:ext cx="3142080" cy="22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PlaceHolder 3"/>
          <p:cNvSpPr>
            <a:spLocks noGrp="1"/>
          </p:cNvSpPr>
          <p:nvPr>
            <p:ph type="sldNum" idx="31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23DDC979-39AB-4E32-88E6-3CACAC6416DA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10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800160" cy="105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THANK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YOU.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subTitle"/>
          </p:nvPr>
        </p:nvSpPr>
        <p:spPr>
          <a:xfrm>
            <a:off x="228600" y="4504890"/>
            <a:ext cx="3800160" cy="4001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32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B25AB0F1-BF8C-4005-8E57-A915D0CC2C32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4" name="Google Shape;413;p40"/>
          <p:cNvGrpSpPr/>
          <p:nvPr/>
        </p:nvGrpSpPr>
        <p:grpSpPr>
          <a:xfrm>
            <a:off x="212760" y="236520"/>
            <a:ext cx="8692920" cy="4674600"/>
            <a:chOff x="212760" y="236520"/>
            <a:chExt cx="8692920" cy="4674600"/>
          </a:xfrm>
        </p:grpSpPr>
        <p:cxnSp>
          <p:nvCxnSpPr>
            <p:cNvPr id="195" name="Google Shape;414;p40"/>
            <p:cNvCxnSpPr/>
            <p:nvPr/>
          </p:nvCxnSpPr>
          <p:spPr>
            <a:xfrm>
              <a:off x="4568040" y="2685960"/>
              <a:ext cx="360" cy="222552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96" name="Google Shape;415;p40"/>
            <p:cNvCxnSpPr/>
            <p:nvPr/>
          </p:nvCxnSpPr>
          <p:spPr>
            <a:xfrm>
              <a:off x="4568040" y="245736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97" name="Google Shape;416;p40"/>
            <p:cNvCxnSpPr/>
            <p:nvPr/>
          </p:nvCxnSpPr>
          <p:spPr>
            <a:xfrm>
              <a:off x="4464720" y="257148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98" name="Google Shape;417;p40"/>
            <p:cNvCxnSpPr/>
            <p:nvPr/>
          </p:nvCxnSpPr>
          <p:spPr>
            <a:xfrm>
              <a:off x="4568040" y="236520"/>
              <a:ext cx="360" cy="22212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99" name="Google Shape;418;p40"/>
            <p:cNvCxnSpPr/>
            <p:nvPr/>
          </p:nvCxnSpPr>
          <p:spPr>
            <a:xfrm>
              <a:off x="212760" y="2571480"/>
              <a:ext cx="42523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200" name="Google Shape;419;p40"/>
            <p:cNvCxnSpPr/>
            <p:nvPr/>
          </p:nvCxnSpPr>
          <p:spPr>
            <a:xfrm>
              <a:off x="4693320" y="2571480"/>
              <a:ext cx="4212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SWOT Analysis by Slidesgo">
  <a:themeElements>
    <a:clrScheme name="Simple Light">
      <a:dk1>
        <a:srgbClr val="181818"/>
      </a:dk1>
      <a:lt1>
        <a:srgbClr val="E5E2D9"/>
      </a:lt1>
      <a:dk2>
        <a:srgbClr val="181818"/>
      </a:dk2>
      <a:lt2>
        <a:srgbClr val="FDFAFA"/>
      </a:lt2>
      <a:accent1>
        <a:srgbClr val="A9242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430</Words>
  <Application>Microsoft Office PowerPoint</Application>
  <PresentationFormat>On-screen Show (16:9)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Gloock</vt:lpstr>
      <vt:lpstr>OpenSymbol</vt:lpstr>
      <vt:lpstr>Spline Sans</vt:lpstr>
      <vt:lpstr>Symbol</vt:lpstr>
      <vt:lpstr>Wingdings</vt:lpstr>
      <vt:lpstr>SWOT Analysis by Slidesgo</vt:lpstr>
      <vt:lpstr>Slidesgo Final Pages</vt:lpstr>
      <vt:lpstr>Courier  Project</vt:lpstr>
      <vt:lpstr>Introduction</vt:lpstr>
      <vt:lpstr>Internship Context and Objectives</vt:lpstr>
      <vt:lpstr>Courier Service Website  Purpose</vt:lpstr>
      <vt:lpstr>Core Technologies Used</vt:lpstr>
      <vt:lpstr>Development Process</vt:lpstr>
      <vt:lpstr>Frontend Design and Features</vt:lpstr>
      <vt:lpstr>Backend Functionality and Database Integration</vt:lpstr>
      <vt:lpstr>Testing and Deployment  Strategies</vt:lpstr>
      <vt:lpstr>Conclusions</vt:lpstr>
      <vt:lpstr>THANK YOU.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haripriya e s</cp:lastModifiedBy>
  <cp:revision>1</cp:revision>
  <dcterms:modified xsi:type="dcterms:W3CDTF">2026-01-10T07:31:12Z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2026-01-10T07:14:38Z</dcterms:created>
  <dc:creator>Unknown Creator</dc:creator>
  <dc:description/>
  <dc:language>en-US</dc:language>
  <cp:lastModifiedBy>Unknown Creator</cp:lastModifiedBy>
  <dcterms:modified xsi:type="dcterms:W3CDTF">2026-01-10T07:14:38Z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